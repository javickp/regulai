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económico. Fuente: archivo aportado.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económico. Fuente: archivo aportado.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económico. Fuente: archivo aportado.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MasterBrand"/>
          <p:cNvSpPr txBox="1"/>
          <p:nvPr/>
        </p:nvSpPr>
        <p:spPr>
          <a:xfrm>
            <a:off x="612000" y="360000"/>
            <a:ext cx="2880000" cy="324000"/>
          </a:xfrm>
          <a:prstGeom prst="rect">
            <a:avLst/>
          </a:prstGeom>
          <a:solidFill>
            <a:srgbClr val="193B45"/>
          </a:solidFill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4C38E"/>
                </a:solidFill>
                <a:latin typeface="Liberation Sans"/>
              </a:defRPr>
            </a:pPr>
            <a:r>
              <a:t>REGULAY  /  INFORMES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>
                <a:solidFill>
                  <a:srgbClr val="FFFFFF"/>
                </a:solidFill>
                <a:latin typeface="Liberation Serif"/>
              </a:defRPr>
            </a:pPr>
            <a:r>
              <a:t>Informe económico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B9CDCE"/>
                </a:solidFill>
                <a:latin typeface="Liberation Sans"/>
              </a:defRPr>
            </a:pPr>
            <a:r>
              <a:t>01  /  REGULAY · Informe económico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193B45"/>
                </a:solidFill>
                <a:latin typeface="Liberation Serif"/>
              </a:defRPr>
            </a:pPr>
            <a:r>
              <a:t>Detalle de importes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797E"/>
                </a:solidFill>
                <a:latin typeface="Liberation Sans"/>
              </a:defRPr>
            </a:pPr>
            <a:r>
              <a:t>02  /  REGULAY · Informe económico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193B45"/>
                </a:solidFill>
                <a:latin typeface="Liberation Serif"/>
              </a:defRPr>
            </a:pPr>
            <a:r>
              <a:t>Distribución por concepto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0797E"/>
                </a:solidFill>
                <a:latin typeface="Liberation Sans"/>
              </a:defRPr>
            </a:pPr>
            <a:r>
              <a:t>03  /  REGULAY · Informe económico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
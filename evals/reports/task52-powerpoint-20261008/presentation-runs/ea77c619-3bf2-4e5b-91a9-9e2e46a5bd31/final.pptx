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notesSlide" Target="../notesSlides/notesSlide3.xml" Id="rId2" /><Relationship Type="http://schemas.openxmlformats.org/officeDocument/2006/relationships/chart" Target="/ppt/slides/charts/chart1.xml" Id="R569eda09e38140e4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 de España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  <p:sp>
        <p:nvSpPr>
          <p:cNvPr id="100000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01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02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03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  <p:graphicFrame>
        <p:nvGraphicFramePr>
          <p:cNvPr id="100004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05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  <p:graphicFrame>
        <p:nvGraphicFramePr>
          <p:cNvPr id="100006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c="http://schemas.openxmlformats.org/drawingml/2006/chart" r:id="R569eda09e38140e4"/>
          </a:graphicData>
        </a:graphic>
      </p:graphicFrame>
      <p:sp>
        <p:nvSpPr>
          <p:cNvPr id="100007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2026-10-08T17:26:35Z</vt:lpwstr>
  </op:property>
</op:Properties>
</file>
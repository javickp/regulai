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e64594d1e574af4" /><Relationship Type="http://schemas.openxmlformats.org/package/2006/relationships/metadata/core-properties" Target="/docProps/core.xml" Id="R3232c4f4011c4ac0" /><Relationship Type="http://schemas.openxmlformats.org/officeDocument/2006/relationships/extended-properties" Target="/docProps/app.xml" Id="R07f887c959574810" /><Relationship Type="http://schemas.openxmlformats.org/officeDocument/2006/relationships/custom-properties" Target="/docProps/custom.xml" Id="Rdf220d7c4c284ea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267ac3b3494d4dd6"/>
  </p:notesMasterIdLst>
  <p:sldIdLst>
    <p:sldId id="256" r:id="R0c3670e10e1c4647"/>
    <p:sldId id="257" r:id="Ra7fddabafe964438"/>
    <p:sldId id="258" r:id="Re2dbc785e6104ac0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c3670e10e1c4647" /><Relationship Type="http://schemas.openxmlformats.org/officeDocument/2006/relationships/notesMaster" Target="/ppt/notesMasters/notesMaster1.xml" Id="R267ac3b3494d4dd6" /><Relationship Type="http://schemas.openxmlformats.org/officeDocument/2006/relationships/slide" Target="/ppt/slides/slide2.xml" Id="Ra7fddabafe964438" /><Relationship Type="http://schemas.openxmlformats.org/officeDocument/2006/relationships/slide" Target="/ppt/slides/slide3.xml" Id="Re2dbc785e610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f8696f44986480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0db95aed294412" /><Relationship Type="http://schemas.openxmlformats.org/officeDocument/2006/relationships/slide" Target="/ppt/slides/slide1.xml" Id="R09cb80fb32264c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566d08c0f7643ba" /><Relationship Type="http://schemas.openxmlformats.org/officeDocument/2006/relationships/slide" Target="/ppt/slides/slide2.xml" Id="Rf94aa6c4a117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ba193771df45c2" /><Relationship Type="http://schemas.openxmlformats.org/officeDocument/2006/relationships/slide" Target="/ppt/slides/slide3.xml" Id="Rd8b923c5625d4b0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b984663cc45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45069626f42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5b0f69e444b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9e9a5b0eb44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f978e206042e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a2922457f3a400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1aa494893436d" /><Relationship Type="http://schemas.openxmlformats.org/officeDocument/2006/relationships/notesSlide" Target="/ppt/notesSlides/notesSlide1.xml" Id="R98198aa3ea6c48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d5413e2ff48fa" /><Relationship Type="http://schemas.openxmlformats.org/officeDocument/2006/relationships/notesSlide" Target="/ppt/notesSlides/notesSlide2.xml" Id="R61158cc5752c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8cbf067294690" /><Relationship Type="http://schemas.openxmlformats.org/officeDocument/2006/relationships/notesSlide" Target="/ppt/notesSlides/notesSlide3.xml" Id="R32056d8286b7444c" /><Relationship Type="http://schemas.openxmlformats.org/officeDocument/2006/relationships/chart" Target="/ppt/slides/charts/chart1.xml" Id="R3e6228533d30434e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3e6228533d30434e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El análisis reúne los importes de las áreas de trabajo en España. Cada concepto mantiene su nombre original y su valor en euros. La revisión técnica debe contrastar el detalle con el archivo de origen antes de utilizar el total. Se conservan las tildes, la ñ y los símbolos monetarios: €, £ y $.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2026-10-08T17:28:01.0000000Z</dcterms:created>
  <lastModifiedBy>OfficeCLI</lastModifiedBy>
  <dcterms:modified xsi:type="dcterms:W3CDTF">2026-10-08T17:28:02.1733593Z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2026-10-08T17:28:30Z</vt:lpwstr>
  </op:property>
</op:Properties>
</file>
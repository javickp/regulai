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b466fe9dad41c4" /><Relationship Type="http://schemas.openxmlformats.org/package/2006/relationships/metadata/core-properties" Target="/docProps/core.xml" Id="R4bab2cd875654ac7" /><Relationship Type="http://schemas.openxmlformats.org/officeDocument/2006/relationships/extended-properties" Target="/docProps/app.xml" Id="Re9bb9e9ac28549bc" /><Relationship Type="http://schemas.openxmlformats.org/officeDocument/2006/relationships/custom-properties" Target="/docProps/custom.xml" Id="R9aa58338891f429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f8be9a4f3244132"/>
  </p:notesMasterIdLst>
  <p:sldIdLst>
    <p:sldId id="256" r:id="R11b7466b67594e07"/>
    <p:sldId id="257" r:id="R0183411796d7411d"/>
    <p:sldId id="258" r:id="R846e2cb952854e22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1b7466b67594e07" /><Relationship Type="http://schemas.openxmlformats.org/officeDocument/2006/relationships/notesMaster" Target="/ppt/notesMasters/notesMaster1.xml" Id="R0f8be9a4f3244132" /><Relationship Type="http://schemas.openxmlformats.org/officeDocument/2006/relationships/slide" Target="/ppt/slides/slide2.xml" Id="R0183411796d7411d" /><Relationship Type="http://schemas.openxmlformats.org/officeDocument/2006/relationships/slide" Target="/ppt/slides/slide3.xml" Id="R846e2cb95285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fb401eb53b44e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35c3a341f847d6" /><Relationship Type="http://schemas.openxmlformats.org/officeDocument/2006/relationships/slide" Target="/ppt/slides/slide1.xml" Id="R10f76029dd1747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5c533ade2b84050" /><Relationship Type="http://schemas.openxmlformats.org/officeDocument/2006/relationships/slide" Target="/ppt/slides/slide2.xml" Id="R7a4b625b9557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ea941d6d13465f" /><Relationship Type="http://schemas.openxmlformats.org/officeDocument/2006/relationships/slide" Target="/ppt/slides/slide3.xml" Id="R30ddbbd309da4f4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97a9b639f4d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29d7fb4944e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650ea094646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17ea4b9ad4f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9cc0f5dc74d9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c49a9137f4d40d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a44497e214e32" /><Relationship Type="http://schemas.openxmlformats.org/officeDocument/2006/relationships/notesSlide" Target="/ppt/notesSlides/notesSlide1.xml" Id="R6b27923e20c942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156998bb64ed2" /><Relationship Type="http://schemas.openxmlformats.org/officeDocument/2006/relationships/notesSlide" Target="/ppt/notesSlides/notesSlide2.xml" Id="Rd1f027ab3f25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21fdc81904810" /><Relationship Type="http://schemas.openxmlformats.org/officeDocument/2006/relationships/notesSlide" Target="/ppt/notesSlides/notesSlide3.xml" Id="R6e3de90bffaf4bfa" /><Relationship Type="http://schemas.openxmlformats.org/officeDocument/2006/relationships/chart" Target="/ppt/slides/charts/chart1.xml" Id="Rb84f97551f584ad6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revisado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b84f97551f584ad6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Revisión localizada: análisis de importes de España. Se conserva el resto de la presentación.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2026-10-08T17:21:23.0000000Z</dcterms:created>
  <lastModifiedBy>OfficeCLI</lastModifiedBy>
  <dcterms:modified xsi:type="dcterms:W3CDTF">2026-10-08T17:21:24.7093770Z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2026-10-08T17:21:53Z</vt:lpwstr>
  </op:property>
</op:Properties>
</file>
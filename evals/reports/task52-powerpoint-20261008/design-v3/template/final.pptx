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../slideLayouts/slideLayout7.xml" Id="rId1" /><Relationship Type="http://schemas.openxmlformats.org/officeDocument/2006/relationships/notesSlide" Target="../notesSlides/notesSlide3.xml" Id="rId2" /><Relationship Type="http://schemas.openxmlformats.org/officeDocument/2006/relationships/chart" Target="/ppt/slides/charts/chart1.xml" Id="R112fd32a6f2c49c6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 de España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  <p:sp>
        <p:nvSpPr>
          <p:cNvPr id="100000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01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02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03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  <p:graphicFrame>
        <p:nvGraphicFramePr>
          <p:cNvPr id="100004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05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  <p:clrMapOvr>
    <a:masterClrMapping/>
  </p:clrMapOvr>
</p:sld>
</file>

<file path=ppt/slides/slide3.xml><?xml version="1.0" encoding="utf-8"?>
<p:sld xmlns:c="http://schemas.openxmlformats.org/drawingml/2006/chart"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  <p:graphicFrame>
        <p:nvGraphicFramePr>
          <p:cNvPr id="100006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c="http://schemas.openxmlformats.org/drawingml/2006/chart" r:id="R112fd32a6f2c49c6"/>
          </a:graphicData>
        </a:graphic>
      </p:graphicFrame>
      <p:sp>
        <p:nvSpPr>
          <p:cNvPr id="100007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Los importes corresponden a tres conceptos del archivo de origen. La tabla conserva el detalle y el gráfico permite comparar su distribución.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2026-10-08T17:07:13Z</vt:lpwstr>
  </op:property>
</op:Properties>
</file>
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da667687e0b47c2" /><Relationship Type="http://schemas.openxmlformats.org/package/2006/relationships/metadata/core-properties" Target="/docProps/core.xml" Id="Ra8d08c41607e46ca" /><Relationship Type="http://schemas.openxmlformats.org/officeDocument/2006/relationships/extended-properties" Target="/docProps/app.xml" Id="Rdad39fc887854f7b" /><Relationship Type="http://schemas.openxmlformats.org/officeDocument/2006/relationships/custom-properties" Target="/docProps/custom.xml" Id="R3f1826850a264f0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85bd100e6df487f"/>
  </p:notesMasterIdLst>
  <p:sldIdLst>
    <p:sldId id="256" r:id="R404129ce57704324"/>
    <p:sldId id="257" r:id="Rdb0f9a374e0d44ed"/>
    <p:sldId id="258" r:id="R4a6fe59b9d114d49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04129ce57704324" /><Relationship Type="http://schemas.openxmlformats.org/officeDocument/2006/relationships/notesMaster" Target="/ppt/notesMasters/notesMaster1.xml" Id="Rb85bd100e6df487f" /><Relationship Type="http://schemas.openxmlformats.org/officeDocument/2006/relationships/slide" Target="/ppt/slides/slide2.xml" Id="Rdb0f9a374e0d44ed" /><Relationship Type="http://schemas.openxmlformats.org/officeDocument/2006/relationships/slide" Target="/ppt/slides/slide3.xml" Id="R4a6fe59b9d114d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47289affb844f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d7f0abcf9e84718" /><Relationship Type="http://schemas.openxmlformats.org/officeDocument/2006/relationships/slide" Target="/ppt/slides/slide1.xml" Id="R67df259d5aca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367117a0c96439d" /><Relationship Type="http://schemas.openxmlformats.org/officeDocument/2006/relationships/slide" Target="/ppt/slides/slide2.xml" Id="Rc74be0e6307b4c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a4cbfe76d5400a" /><Relationship Type="http://schemas.openxmlformats.org/officeDocument/2006/relationships/slide" Target="/ppt/slides/slide3.xml" Id="Rd3467ce16bcc434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076a515064f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6bc499ddd4b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9ccf9a0a642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0c3028f4048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296d500d14ee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263dde2edb042f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d67d8c19b4c3d" /><Relationship Type="http://schemas.openxmlformats.org/officeDocument/2006/relationships/notesSlide" Target="/ppt/notesSlides/notesSlide1.xml" Id="R50c4b40c4049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4e4d242714f80" /><Relationship Type="http://schemas.openxmlformats.org/officeDocument/2006/relationships/notesSlide" Target="/ppt/notesSlides/notesSlide2.xml" Id="R3dea09b18853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09b64c54d4411" /><Relationship Type="http://schemas.openxmlformats.org/officeDocument/2006/relationships/notesSlide" Target="/ppt/notesSlides/notesSlide3.xml" Id="R8ef57cefb93f4f93" /><Relationship Type="http://schemas.openxmlformats.org/officeDocument/2006/relationships/chart" Target="/ppt/slides/charts/chart1.xml" Id="Rf72f625e7a7743f7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f72f625e7a7743f7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Revisión localizada: análisis de importes de España. Se conserva el resto de la presentación.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2026-10-08T17:06:20.0000000Z</dcterms:created>
  <lastModifiedBy>OfficeCLI</lastModifiedBy>
  <dcterms:modified xsi:type="dcterms:W3CDTF">2026-10-08T17:06:21.9174181Z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2026-10-08T17:06:50Z</vt:lpwstr>
  </op:property>
</op:Properties>
</file>
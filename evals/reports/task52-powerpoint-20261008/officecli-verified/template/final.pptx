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MasterBrand"/>
          <p:cNvSpPr txBox="1"/>
          <p:nvPr/>
        </p:nvSpPr>
        <p:spPr>
          <a:xfrm>
            <a:off x="540000" y="324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Liberation Sans"/>
              </a:defRPr>
            </a:pPr>
            <a:r>
              <a:t>REGULAY · PLANTILLA CORPORATIVA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0000" y="72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7365D"/>
                </a:solidFill>
                <a:latin typeface="Liberation Sans"/>
              </a:defRPr>
            </a:pPr>
            <a:r>
              <a:t>Informe corporativo de España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40000" y="2160000"/>
            <a:ext cx="10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7365D"/>
                </a:solidFill>
                <a:latin typeface="Liberation Sans"/>
              </a:defRPr>
            </a:pPr>
            <a:r>
              <a:t>Contenido sintético conservado: España, ñ y €.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0000" y="6048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7365D"/>
                </a:solidFill>
                <a:latin typeface="Liberation Sans"/>
              </a:defRPr>
            </a:pPr>
            <a:r>
              <a:t>1 · Informe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0000" y="72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7365D"/>
                </a:solidFill>
                <a:latin typeface="Liberation Sans"/>
              </a:defRPr>
            </a:pPr>
            <a:r>
              <a:t>Resumen técnico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40000" y="2160000"/>
            <a:ext cx="10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7365D"/>
                </a:solidFill>
                <a:latin typeface="Liberation Sans"/>
              </a:defRPr>
            </a:pPr>
            <a:r>
              <a:t>Resumen técnico revisado, año 2026. Conserva cabeceras, diseños y numeración.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0000" y="6048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7365D"/>
                </a:solidFill>
                <a:latin typeface="Liberation Sans"/>
              </a:defRPr>
            </a:pPr>
            <a:r>
              <a:t>2 · Informe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0000" y="72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7365D"/>
                </a:solidFill>
                <a:latin typeface="Liberation Sans"/>
              </a:defRPr>
            </a:pPr>
            <a:r>
              <a:t>Siguiente revisión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40000" y="2160000"/>
            <a:ext cx="10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7365D"/>
                </a:solidFill>
                <a:latin typeface="Liberation Sans"/>
              </a:defRPr>
            </a:pPr>
            <a:r>
              <a:t>Contenido sintético conservado: España, ñ y €.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0000" y="6048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7365D"/>
                </a:solidFill>
                <a:latin typeface="Liberation Sans"/>
              </a:defRPr>
            </a:pPr>
            <a:r>
              <a:t>3 · Informe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
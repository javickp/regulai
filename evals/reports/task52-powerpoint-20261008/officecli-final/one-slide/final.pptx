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21799b2cf2a45e8" /><Relationship Type="http://schemas.openxmlformats.org/package/2006/relationships/metadata/core-properties" Target="/docProps/core.xml" Id="R785e8e7961ca4fcd" /><Relationship Type="http://schemas.openxmlformats.org/officeDocument/2006/relationships/extended-properties" Target="/docProps/app.xml" Id="R99aaff1173a04f03" /><Relationship Type="http://schemas.openxmlformats.org/officeDocument/2006/relationships/custom-properties" Target="/docProps/custom.xml" Id="R0663321bbdb64d5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79093530a7f4445"/>
  </p:notesMasterIdLst>
  <p:sldIdLst>
    <p:sldId id="256" r:id="Rd96c30541405446c"/>
    <p:sldId id="257" r:id="R4e8a153a50f143b8"/>
    <p:sldId id="258" r:id="R594b89da026a4d66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96c30541405446c" /><Relationship Type="http://schemas.openxmlformats.org/officeDocument/2006/relationships/notesMaster" Target="/ppt/notesMasters/notesMaster1.xml" Id="R679093530a7f4445" /><Relationship Type="http://schemas.openxmlformats.org/officeDocument/2006/relationships/slide" Target="/ppt/slides/slide2.xml" Id="R4e8a153a50f143b8" /><Relationship Type="http://schemas.openxmlformats.org/officeDocument/2006/relationships/slide" Target="/ppt/slides/slide3.xml" Id="R594b89da026a4d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b851dd6ad62465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c4e4634c11049f2" /><Relationship Type="http://schemas.openxmlformats.org/officeDocument/2006/relationships/slide" Target="/ppt/slides/slide1.xml" Id="R5e0c981d854445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9640c2e0d44462" /><Relationship Type="http://schemas.openxmlformats.org/officeDocument/2006/relationships/slide" Target="/ppt/slides/slide2.xml" Id="Ra4c02684ce6c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d2d9934acc14057" /><Relationship Type="http://schemas.openxmlformats.org/officeDocument/2006/relationships/slide" Target="/ppt/slides/slide3.xml" Id="Rbcc60509b9e6495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Datos sintéticos para comprobar conservación, edición y render final.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40d0552924a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4aa8cd5004a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5542b44df4b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ee8674b2a48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88148254e4f8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7058fa4266145a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97381da6745c1" /><Relationship Type="http://schemas.openxmlformats.org/officeDocument/2006/relationships/notesSlide" Target="/ppt/notesSlides/notesSlide1.xml" Id="Rccc1390268a8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7862cb154971" /><Relationship Type="http://schemas.openxmlformats.org/officeDocument/2006/relationships/notesSlide" Target="/ppt/notesSlides/notesSlide2.xml" Id="R5afdbcba5a634a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d3418de84fd3" /><Relationship Type="http://schemas.openxmlformats.org/officeDocument/2006/relationships/notesSlide" Target="/ppt/notesSlides/notesSlide3.xml" Id="Rd64a444186b3473b" /><Relationship Type="http://schemas.openxmlformats.org/officeDocument/2006/relationships/chart" Target="/ppt/slides/charts/chart1.xml" Id="Rd3505313cb6e45a0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17365D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1 · Informe sintético · 2026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540000" y="2160000"/>
            <a:ext cx="1080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>
                <a:solidFill>
                  <a:srgbClr val="17365D"/>
                </a:solidFill>
                <a:latin typeface="Liberation Sans"/>
                <a:ea typeface="Liberation Sans"/>
              </a:rPr>
              <a:t>Resumen de importes en euros. Año 2026: España, ñ, €, £ y $.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540000" y="3960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000">
                <a:solidFill>
                  <a:srgbClr val="17365D"/>
                </a:solidFill>
                <a:latin typeface="Liberation Sans"/>
                <a:ea typeface="Liberation Sans"/>
              </a:rPr>
              <a:t>7,50 €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540000" y="5112000"/>
            <a:ext cx="90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Total de los tres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Importes por concepto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2 · Informe sintético · 2026</a:t>
            </a:r>
          </a:p>
        </p:txBody>
      </p:sp>
      <p:graphicFrame>
        <p:nvGraphicFramePr>
          <p:cNvPr id="100012" name="Table 1"/>
          <p:cNvGraphicFramePr/>
          <p:nvPr/>
        </p:nvGraphicFramePr>
        <p:xfrm>
          <a:off x="540000" y="2160000"/>
          <a:ext cx="10800000" cy="306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D6E2EE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/>
                </a:tc>
              </a:tr>
              <a:tr h="612000"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0013" name="Body"/>
          <p:cNvSpPr txBox="1"/>
          <p:nvPr/>
        </p:nvSpPr>
        <p:spPr>
          <a:xfrm>
            <a:off x="540000" y="5400000"/>
            <a:ext cx="10800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Los importes proceden de los datos locales autorizados.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540000" y="432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REGULAY · ÁREA TÉCNICA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540000" y="972000"/>
            <a:ext cx="10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7365D"/>
                </a:solidFill>
                <a:latin typeface="Liberation Sans"/>
                <a:ea typeface="Liberation Sans"/>
              </a:rPr>
              <a:t>Distribución y revisión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540000" y="6048000"/>
            <a:ext cx="1044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17365D"/>
                </a:solidFill>
                <a:latin typeface="Liberation Sans"/>
                <a:ea typeface="Liberation Sans"/>
              </a:rPr>
              <a:t>3 · Informe sintético · 2026</a:t>
            </a:r>
          </a:p>
        </p:txBody>
      </p:sp>
      <p:graphicFrame>
        <p:nvGraphicFramePr>
          <p:cNvPr id="100014" name="Chart 1"/>
          <p:cNvGraphicFramePr/>
          <p:nvPr/>
        </p:nvGraphicFramePr>
        <p:xfrm>
          <a:off x="540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d3505313cb6e45a0"/>
          </a:graphicData>
        </a:graphic>
      </p:graphicFrame>
      <p:sp>
        <p:nvSpPr>
          <p:cNvPr id="100015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17365D"/>
                </a:solidFill>
                <a:latin typeface="Liberation Sans"/>
                <a:ea typeface="Liberation Sans"/>
              </a:rPr>
              <a:t>Revisión localizada: análisis de importes de España. Tildes, ñ y símbolos monetarios €, £ y $.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2026-10-08T16:46:52.0000000Z</dcterms:created>
  <lastModifiedBy>OfficeCLI</lastModifiedBy>
  <dcterms:modified xsi:type="dcterms:W3CDTF">2026-10-08T16:46:53.2475436Z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2026-10-08T16:47:17Z</vt:lpwstr>
  </op:property>
</op:Properties>
</file>
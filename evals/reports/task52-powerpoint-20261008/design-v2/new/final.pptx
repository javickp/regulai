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1d00bf5988c425f" /><Relationship Type="http://schemas.openxmlformats.org/package/2006/relationships/metadata/core-properties" Target="/docProps/core.xml" Id="Rcaf55d6b18be47f7" /><Relationship Type="http://schemas.openxmlformats.org/officeDocument/2006/relationships/extended-properties" Target="/docProps/app.xml" Id="R5784a543eca7405b" /><Relationship Type="http://schemas.openxmlformats.org/officeDocument/2006/relationships/custom-properties" Target="/docProps/custom.xml" Id="R6573f8c8d93d4fb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cb524cc55234981"/>
  </p:notesMasterIdLst>
  <p:sldIdLst>
    <p:sldId id="256" r:id="Rd479ccbb1a3b40f9"/>
    <p:sldId id="257" r:id="R2c256b5318d54471"/>
    <p:sldId id="258" r:id="R11c0203af9594319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479ccbb1a3b40f9" /><Relationship Type="http://schemas.openxmlformats.org/officeDocument/2006/relationships/notesMaster" Target="/ppt/notesMasters/notesMaster1.xml" Id="R5cb524cc55234981" /><Relationship Type="http://schemas.openxmlformats.org/officeDocument/2006/relationships/slide" Target="/ppt/slides/slide2.xml" Id="R2c256b5318d54471" /><Relationship Type="http://schemas.openxmlformats.org/officeDocument/2006/relationships/slide" Target="/ppt/slides/slide3.xml" Id="R11c0203af959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db042dfcc1b4c8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91519804f84b42" /><Relationship Type="http://schemas.openxmlformats.org/officeDocument/2006/relationships/slide" Target="/ppt/slides/slide1.xml" Id="R419357c8e96e40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758c8362eb1400d" /><Relationship Type="http://schemas.openxmlformats.org/officeDocument/2006/relationships/slide" Target="/ppt/slides/slide2.xml" Id="Rddc6d272907148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0ce0c8d853e43e9" /><Relationship Type="http://schemas.openxmlformats.org/officeDocument/2006/relationships/slide" Target="/ppt/slides/slide3.xml" Id="R879d3605c2df4484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24e94a7f546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f3ad4de1141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92be18ac343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0a80607594d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b6de5ba71462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8376cb03ef7490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9378c72a64dc3" /><Relationship Type="http://schemas.openxmlformats.org/officeDocument/2006/relationships/notesSlide" Target="/ppt/notesSlides/notesSlide1.xml" Id="Rca65ee7019b242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5afd0c2b94e26" /><Relationship Type="http://schemas.openxmlformats.org/officeDocument/2006/relationships/notesSlide" Target="/ppt/notesSlides/notesSlide2.xml" Id="R3fbcf68a9bd743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3618454884722" /><Relationship Type="http://schemas.openxmlformats.org/officeDocument/2006/relationships/notesSlide" Target="/ppt/notesSlides/notesSlide3.xml" Id="Rcb2e1f80ed7142f4" /><Relationship Type="http://schemas.openxmlformats.org/officeDocument/2006/relationships/chart" Target="/ppt/slides/charts/chart1.xml" Id="Rde17d73097744d48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[$-es-ES]0.00" sourceLinked="0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672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4392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de17d73097744d48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Los importes corresponden a tres conceptos del archivo de origen. La tabla conserva el detalle y el gráfico permite comparar su distribución.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2026-10-08T16:59:16.0000000Z</dcterms:created>
  <lastModifiedBy>OfficeCLI</lastModifiedBy>
  <dcterms:modified xsi:type="dcterms:W3CDTF">2026-10-08T16:59:17.0272438Z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2026-10-08T16:59:43Z</vt:lpwstr>
  </op:property>
</op:Properties>
</file>
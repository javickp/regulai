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711d65dae14b72" /><Relationship Type="http://schemas.openxmlformats.org/package/2006/relationships/metadata/core-properties" Target="/docProps/core.xml" Id="Rabe8d39c0da04c7c" /><Relationship Type="http://schemas.openxmlformats.org/officeDocument/2006/relationships/extended-properties" Target="/docProps/app.xml" Id="Rb083f464e9e44be1" /><Relationship Type="http://schemas.openxmlformats.org/officeDocument/2006/relationships/custom-properties" Target="/docProps/custom.xml" Id="R138d3d5ca0b645c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e7d388bcbae4782"/>
  </p:notesMasterIdLst>
  <p:sldIdLst>
    <p:sldId id="256" r:id="R8f696f998e3440c4"/>
    <p:sldId id="257" r:id="Raf05ef9f2df34f84"/>
    <p:sldId id="258" r:id="R38b0dc484f504cda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f696f998e3440c4" /><Relationship Type="http://schemas.openxmlformats.org/officeDocument/2006/relationships/notesMaster" Target="/ppt/notesMasters/notesMaster1.xml" Id="Rde7d388bcbae4782" /><Relationship Type="http://schemas.openxmlformats.org/officeDocument/2006/relationships/slide" Target="/ppt/slides/slide2.xml" Id="Raf05ef9f2df34f84" /><Relationship Type="http://schemas.openxmlformats.org/officeDocument/2006/relationships/slide" Target="/ppt/slides/slide3.xml" Id="R38b0dc484f504c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b52fdd8debf438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d02c0431be2422d" /><Relationship Type="http://schemas.openxmlformats.org/officeDocument/2006/relationships/slide" Target="/ppt/slides/slide1.xml" Id="R467474a341ad4c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9e6f515e65b4c02" /><Relationship Type="http://schemas.openxmlformats.org/officeDocument/2006/relationships/slide" Target="/ppt/slides/slide2.xml" Id="R67581967b0d746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b1d91b168b64ff3" /><Relationship Type="http://schemas.openxmlformats.org/officeDocument/2006/relationships/slide" Target="/ppt/slides/slide3.xml" Id="R3c83dbcf52c84d1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619e4753643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34655aeaf044f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a795a99cf48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fc05fb02c469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59d8fb37643e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34b17ac8dee477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5487c8cab4d5c" /><Relationship Type="http://schemas.openxmlformats.org/officeDocument/2006/relationships/notesSlide" Target="/ppt/notesSlides/notesSlide1.xml" Id="R66fcc7365ded4c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7448465dc4dc8" /><Relationship Type="http://schemas.openxmlformats.org/officeDocument/2006/relationships/notesSlide" Target="/ppt/notesSlides/notesSlide2.xml" Id="R7b7a9840494346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2fbc2283e4ac6" /><Relationship Type="http://schemas.openxmlformats.org/officeDocument/2006/relationships/notesSlide" Target="/ppt/notesSlides/notesSlide3.xml" Id="Rfde71f8ea8e947d3" /><Relationship Type="http://schemas.openxmlformats.org/officeDocument/2006/relationships/chart" Target="/ppt/slides/charts/chart1.xml" Id="Rd4397686789447d8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[$-es-ES]0.00" sourceLinked="0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672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4392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d4397686789447d8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El análisis reúne los importes de las áreas de trabajo en España. Cada concepto mantiene su nombre original y su valor en euros. La revisión técnica debe contrastar el detalle con el archivo de origen antes de utilizar el total. Se conservan las tildes, la ñ y los símbolos monetarios: €, £ y $.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2026-10-08T17:00:10.0000000Z</dcterms:created>
  <lastModifiedBy>OfficeCLI</lastModifiedBy>
  <dcterms:modified xsi:type="dcterms:W3CDTF">2026-10-08T17:00:11.3415066Z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2026-10-08T17:00:38Z</vt:lpwstr>
  </op:property>
</op:Properties>
</file>
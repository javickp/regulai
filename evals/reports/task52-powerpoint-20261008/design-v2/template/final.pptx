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MasterBrand"/>
          <p:cNvSpPr txBox="1"/>
          <p:nvPr/>
        </p:nvSpPr>
        <p:spPr>
          <a:xfrm>
            <a:off x="612000" y="360000"/>
            <a:ext cx="2880000" cy="324000"/>
          </a:xfrm>
          <a:prstGeom prst="rect">
            <a:avLst/>
          </a:prstGeom>
          <a:solidFill>
            <a:srgbClr val="193B45"/>
          </a:solidFill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4C38E"/>
                </a:solidFill>
                <a:latin typeface="Liberation Sans"/>
              </a:defRPr>
            </a:pPr>
            <a:r>
              <a:t>REGULAY  /  INFORMES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7.xml" Id="rId1" /><Relationship Type="http://schemas.openxmlformats.org/officeDocument/2006/relationships/notesSlide" Target="../notesSlides/notesSlide3.xml" Id="rId2" /><Relationship Type="http://schemas.openxmlformats.org/officeDocument/2006/relationships/chart" Target="/ppt/slides/charts/chart1.xml" Id="R90463ac5ee054ac4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[$-es-ES]0.00" sourceLinked="0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>
                <a:solidFill>
                  <a:srgbClr val="FFFFFF"/>
                </a:solidFill>
                <a:latin typeface="Liberation Serif"/>
              </a:defRPr>
            </a:pPr>
            <a:r>
              <a:t>Informe económico de España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9CDCE"/>
                </a:solidFill>
                <a:latin typeface="Liberation Sans"/>
              </a:defRPr>
            </a:pPr>
            <a:r>
              <a:t>01  /  REGULAY · Informe económico</a:t>
            </a:r>
          </a:p>
        </p:txBody>
      </p:sp>
      <p:sp>
        <p:nvSpPr>
          <p:cNvPr id="100000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01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02" name="TotalLabel"/>
          <p:cNvSpPr txBox="1"/>
          <p:nvPr/>
        </p:nvSpPr>
        <p:spPr>
          <a:xfrm>
            <a:off x="7920000" y="3672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03" name="Count"/>
          <p:cNvSpPr txBox="1"/>
          <p:nvPr/>
        </p:nvSpPr>
        <p:spPr>
          <a:xfrm>
            <a:off x="7920000" y="4392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93B45"/>
                </a:solidFill>
                <a:latin typeface="Liberation Serif"/>
              </a:defRPr>
            </a:pPr>
            <a:r>
              <a:t>Detalle de importes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797E"/>
                </a:solidFill>
                <a:latin typeface="Liberation Sans"/>
              </a:defRPr>
            </a:pPr>
            <a:r>
              <a:t>02  /  REGULAY · Informe económico</a:t>
            </a:r>
          </a:p>
        </p:txBody>
      </p:sp>
      <p:graphicFrame>
        <p:nvGraphicFramePr>
          <p:cNvPr id="100004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5400000"/>
                <a:gridCol w="540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05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  <p:clrMapOvr>
    <a:masterClrMapping/>
  </p:clrMapOvr>
</p:sld>
</file>

<file path=ppt/slides/slide3.xml><?xml version="1.0" encoding="utf-8"?>
<p:sld xmlns:c="http://schemas.openxmlformats.org/drawingml/2006/chart"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93B45"/>
                </a:solidFill>
                <a:latin typeface="Liberation Serif"/>
              </a:defRPr>
            </a:pPr>
            <a:r>
              <a:t>Distribución por concepto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797E"/>
                </a:solidFill>
                <a:latin typeface="Liberation Sans"/>
              </a:defRPr>
            </a:pPr>
            <a:r>
              <a:t>03  /  REGULAY · Informe económico</a:t>
            </a:r>
          </a:p>
        </p:txBody>
      </p:sp>
      <p:graphicFrame>
        <p:nvGraphicFramePr>
          <p:cNvPr id="100006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c="http://schemas.openxmlformats.org/drawingml/2006/chart" r:id="R90463ac5ee054ac4"/>
          </a:graphicData>
        </a:graphic>
      </p:graphicFrame>
      <p:sp>
        <p:nvSpPr>
          <p:cNvPr id="100007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Los importes corresponden a tres conceptos del archivo de origen. La tabla conserva el detalle y el gráfico permite comparar su distribución.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2026-10-08T17:00:05Z</vt:lpwstr>
  </op:property>
</op:Properties>
</file>
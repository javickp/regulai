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Distribución por concepto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Importes en euros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
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Importe (€)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Importe (€)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Área Norte</c:v>
                </c:pt>
                <c:pt idx="1">
                  <c:v>Piñón español</c:v>
                </c:pt>
                <c:pt idx="2">
                  <c:v>Revisión técnica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1.25</c:v>
                </c:pt>
                <c:pt idx="1">
                  <c:v>2.5</c:v>
                </c:pt>
                <c:pt idx="2">
                  <c:v>3.75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Distribución por concepto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2001-01-01T00:00:00Z</dcterms:modified>
  <cp:category/>
</cp:coreProperties>
</file>
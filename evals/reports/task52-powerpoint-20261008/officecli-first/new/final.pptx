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d686866701c4958" /><Relationship Type="http://schemas.openxmlformats.org/package/2006/relationships/metadata/core-properties" Target="/docProps/core.xml" Id="R2697337acbaf4e63" /><Relationship Type="http://schemas.openxmlformats.org/officeDocument/2006/relationships/extended-properties" Target="/docProps/app.xml" Id="R17fdae1d35ab4c63" /><Relationship Type="http://schemas.openxmlformats.org/officeDocument/2006/relationships/custom-properties" Target="/docProps/custom.xml" Id="Rb2bd270f92ac4ed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d79da794f894791"/>
  </p:notesMasterIdLst>
  <p:sldIdLst>
    <p:sldId id="256" r:id="R016fd9a12c6b4676"/>
    <p:sldId id="257" r:id="Rfe937385bbee4863"/>
    <p:sldId id="258" r:id="R097f3f8069bd4f03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16fd9a12c6b4676" /><Relationship Type="http://schemas.openxmlformats.org/officeDocument/2006/relationships/notesMaster" Target="/ppt/notesMasters/notesMaster1.xml" Id="Red79da794f894791" /><Relationship Type="http://schemas.openxmlformats.org/officeDocument/2006/relationships/slide" Target="/ppt/slides/slide2.xml" Id="Rfe937385bbee4863" /><Relationship Type="http://schemas.openxmlformats.org/officeDocument/2006/relationships/slide" Target="/ppt/slides/slide3.xml" Id="R097f3f8069bd4f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4382d84d7e24bb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321abe2196944fe" /><Relationship Type="http://schemas.openxmlformats.org/officeDocument/2006/relationships/slide" Target="/ppt/slides/slide1.xml" Id="R19b0755bbcde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f9a3f595ac418c" /><Relationship Type="http://schemas.openxmlformats.org/officeDocument/2006/relationships/slide" Target="/ppt/slides/slide2.xml" Id="R3e70dfd809104a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e548aff05f4157" /><Relationship Type="http://schemas.openxmlformats.org/officeDocument/2006/relationships/slide" Target="/ppt/slides/slide3.xml" Id="R7ed009ae9786411d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f7c394c5843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6a82a41524e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884a094634d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3ecc38f894d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35b4a1d06451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d53b86ddee54a8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d553c606a484b" /><Relationship Type="http://schemas.openxmlformats.org/officeDocument/2006/relationships/notesSlide" Target="/ppt/notesSlides/notesSlide1.xml" Id="Rbeff7befc4e14f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9c315f364785" /><Relationship Type="http://schemas.openxmlformats.org/officeDocument/2006/relationships/notesSlide" Target="/ppt/notesSlides/notesSlide2.xml" Id="R9d27685c2e0f49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86bd499274c87" /><Relationship Type="http://schemas.openxmlformats.org/officeDocument/2006/relationships/notesSlide" Target="/ppt/notesSlides/notesSlide3.xml" Id="Rd2d1939a396144b4" /><Relationship Type="http://schemas.openxmlformats.org/officeDocument/2006/relationships/chart" Target="/ppt/slides/charts/chart1.xml" Id="Re9db613b77f34fa7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540000" y="252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540000" y="720000"/>
            <a:ext cx="10800000" cy="93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540000" y="630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1 · Informe sintético · 2026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540000" y="2160000"/>
            <a:ext cx="1080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>
                <a:solidFill>
                  <a:srgbClr val="17365D"/>
                </a:solidFill>
                <a:latin typeface="Liberation Sans"/>
                <a:ea typeface="Liberation Sans"/>
              </a:rPr>
              <a:t>Resumen de importes en euros. Año 2026: España, ñ, €, £ y $.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540000" y="396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000">
                <a:solidFill>
                  <a:srgbClr val="17365D"/>
                </a:solidFill>
                <a:latin typeface="Liberation Sans"/>
                <a:ea typeface="Liberation Sans"/>
              </a:rPr>
              <a:t>7,50 €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540000" y="5112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Total de los tres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540000" y="252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540000" y="720000"/>
            <a:ext cx="10800000" cy="93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Importes por concepto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540000" y="630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2 · Informe sintético · 2026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="540000" y="1872000"/>
          <a:ext cx="10800000" cy="324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648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1.25 €</a:t>
                      </a:r>
                      <a:endParaRPr lang="en-US"/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2.50 €</a:t>
                      </a:r>
                      <a:endParaRPr lang="en-US"/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3.75 €</a:t>
                      </a:r>
                      <a:endParaRPr lang="en-US"/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7,50 €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3" name="Body"/>
          <p:cNvSpPr txBox="1"/>
          <p:nvPr/>
        </p:nvSpPr>
        <p:spPr>
          <a:xfrm>
            <a:off x="540000" y="5400000"/>
            <a:ext cx="1080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importes proceden de los datos locales autorizados.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540000" y="252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540000" y="720000"/>
            <a:ext cx="10800000" cy="93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Distribución y revisión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540000" y="6300000"/>
            <a:ext cx="1044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3 · Informe sintético · 2026</a:t>
            </a:r>
          </a:p>
        </p:txBody>
      </p:sp>
      <p:graphicFrame>
        <p:nvGraphicFramePr>
          <p:cNvPr id="100014" name="Chart 1"/>
          <p:cNvGraphicFramePr/>
          <p:nvPr/>
        </p:nvGraphicFramePr>
        <p:xfrm>
          <a:off x="540000" y="1800000"/>
          <a:ext cx="6480000" cy="396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9db613b77f34fa7"/>
          </a:graphicData>
        </a:graphic>
      </p:graphicFrame>
      <p:sp>
        <p:nvSpPr>
          <p:cNvPr id="100015" name="Body"/>
          <p:cNvSpPr txBox="1"/>
          <p:nvPr/>
        </p:nvSpPr>
        <p:spPr>
          <a:xfrm>
            <a:off x="7560000" y="1800000"/>
            <a:ext cx="3960000" cy="39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tres conceptos suman 7,50 €. El detalle editable se conserva en la tabla y en el gráfico.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2026-10-08T16:36:31.0000000Z</dcterms:created>
  <lastModifiedBy>OfficeCLI</lastModifiedBy>
  <dcterms:modified xsi:type="dcterms:W3CDTF">2026-10-08T16:36:32.1215884Z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2026-10-08T16:36:57Z</vt:lpwstr>
  </op:property>
</op:Properties>
</file>
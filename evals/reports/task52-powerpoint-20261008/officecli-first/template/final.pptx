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rId1" /><Relationship Type="http://schemas.openxmlformats.org/package/2006/relationships/metadata/thumbnail" Target="docProps/thumbnail.jpeg" Id="rId2" /><Relationship Type="http://schemas.openxmlformats.org/package/2006/relationships/metadata/core-properties" Target="docProps/core.xml" Id="rId3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bb886927551f4b86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MasterBrand"/>
          <p:cNvSpPr txBox="1"/>
          <p:nvPr/>
        </p:nvSpPr>
        <p:spPr>
          <a:xfrm>
            <a:off x="540000" y="251999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Liberation Sans"/>
              </a:defRPr>
            </a:pPr>
            <a:r>
              <a:t>REGULAY · PLANTILLA CORPORATIVA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Informe corporativo de España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300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1 · Informe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Resumen técnico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Resumen técnico revisado, año 2026. Conserva cabeceras, diseños y numeración.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300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2 · Informe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Siguiente revisión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300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3 · Informe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2026-10-08T16:37:04Z</vt:lpwstr>
  </op:property>
</op:Properties>
</file>
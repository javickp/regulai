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822960"/>
          </a:xfrm>
        </p:spPr>
        <p:txBody>
          <a:bodyPr/>
          <a:lstStyle/>
          <a:p>
            <a:pPr>
              <a:defRPr sz="3400"/>
            </a:pPr>
            <a:r>
              <a:t>Plan de transición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828800"/>
            <a:ext cx="8046720" cy="3200400"/>
          </a:xfrm>
        </p:spPr>
        <p:txBody>
          <a:bodyPr/>
          <a:lstStyle/>
          <a:p>
            <a:pPr>
              <a:defRPr sz="2400"/>
            </a:pPr>
            <a:r>
              <a:t>Inventario, responsables y pruebas verificables.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822960"/>
          </a:xfrm>
        </p:spPr>
        <p:txBody>
          <a:bodyPr/>
          <a:lstStyle/>
          <a:p>
            <a:pPr>
              <a:defRPr sz="3400"/>
            </a:pPr>
            <a:r>
              <a:t>Próximo paso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011680"/>
            <a:ext cx="7680960" cy="3017520"/>
          </a:xfrm>
        </p:spPr>
        <p:txBody>
          <a:bodyPr/>
          <a:lstStyle/>
          <a:p>
            <a:pPr>
              <a:defRPr sz="2400"/>
            </a:pPr>
            <a:r>
              <a:t>Elegir el piloto después de validar dependencias y capacidad de reversión.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
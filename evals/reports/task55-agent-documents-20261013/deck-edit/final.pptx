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93B45"/>
                </a:solidFill>
                <a:latin typeface="Liberation Sans"/>
              </a:defRPr>
            </a:pPr>
            <a:r>
              <a:t>REGULAY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3B45"/>
                </a:solidFill>
                <a:latin typeface="Liberation Sans"/>
              </a:defRPr>
            </a:pPr>
            <a:r>
              <a:t>Preparar una transición controlada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193B45"/>
                </a:solidFill>
                <a:latin typeface="Liberation Sans"/>
              </a:defRPr>
            </a:pPr>
            <a:r>
              <a:t>Análisis. La organización necesita conocer sus dependencias criptográficas antes de comprometer una migración. El inventario debe relacionar servicios, propietarios y requisitos de confidencialidad. Las prioridades se justifican con evidencia de uso y capacidad de cambio.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Computación cuántica y ciberseguridad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93B45"/>
                </a:solidFill>
                <a:latin typeface="Liberation Sans"/>
              </a:defRPr>
            </a:pPr>
            <a:r>
              <a:t>REGULAY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3B45"/>
                </a:solidFill>
                <a:latin typeface="Liberation Sans"/>
              </a:defRPr>
            </a:pPr>
            <a:r>
              <a:t>Ensayo y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193B45"/>
                </a:solidFill>
                <a:latin typeface="Liberation Sans"/>
              </a:defRPr>
            </a:pPr>
            <a:r>
              <a:t>Recomendación. Seleccionar un servicio representativo y medir compatibilidad, errores y recuperación en un entorno aislado. Registrar los resultados frente a una línea de base y exigir evidencia técnica a los proveedores. La aceptación del piloto debe incluir una reversión probada.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Computación cuántica y ciberseguridad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93B45"/>
                </a:solidFill>
                <a:latin typeface="Liberation Sans"/>
              </a:defRPr>
            </a:pPr>
            <a:r>
              <a:t>REGULAY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3B45"/>
                </a:solidFill>
                <a:latin typeface="Liberation Sans"/>
              </a:defRPr>
            </a:pPr>
            <a:r>
              <a:t>Decisiones y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193B45"/>
                </a:solidFill>
                <a:latin typeface="Liberation Sans"/>
              </a:defRPr>
            </a:pPr>
            <a:r>
              <a:t>Recomendación. Asignar responsables del inventario y del piloto. Revisar dependencias pendientes y excepciones con sus evidencias. Ajustar el programa cuando cambien los resultados de las pruebas. Esta propuesta no fija presupuestos ni afirma haber evaluado los sistemas de la empresa.</a:t>
            </a:r>
            <a:br/>
            <a:br/>
            <a:r>
              <a:t>Alcance y límites</a:t>
            </a:r>
            <a:br/>
            <a:r>
              <a:t>No se han consultado fuentes externas. Este documento contiene análisis y recomendaciones sin verificación factual externa.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Computación cuántica y ciberseguridad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Computación cuántica y ciberseguridad</dc:title>
  <dc:subject/>
  <dc:creator>Regulay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
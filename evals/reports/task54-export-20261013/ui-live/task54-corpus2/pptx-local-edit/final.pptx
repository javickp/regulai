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123614824554ab4" /><Relationship Type="http://schemas.openxmlformats.org/package/2006/relationships/metadata/core-properties" Target="/docProps/core.xml" Id="Rb982052947bf4e56" /><Relationship Type="http://schemas.openxmlformats.org/officeDocument/2006/relationships/extended-properties" Target="/docProps/app.xml" Id="Rae783112fbc4472c" /><Relationship Type="http://schemas.openxmlformats.org/officeDocument/2006/relationships/custom-properties" Target="/docProps/custom.xml" Id="R44e1605337d0471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848eaa4749840d1"/>
  </p:notesMasterIdLst>
  <p:sldIdLst>
    <p:sldId id="256" r:id="Rf6c6270dfd784ceb"/>
    <p:sldId id="257" r:id="Rc7b74c5d10dd48d0"/>
    <p:sldId id="258" r:id="Re537923b46ed4514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6c6270dfd784ceb" /><Relationship Type="http://schemas.openxmlformats.org/officeDocument/2006/relationships/notesMaster" Target="/ppt/notesMasters/notesMaster1.xml" Id="Re848eaa4749840d1" /><Relationship Type="http://schemas.openxmlformats.org/officeDocument/2006/relationships/slide" Target="/ppt/slides/slide2.xml" Id="Rc7b74c5d10dd48d0" /><Relationship Type="http://schemas.openxmlformats.org/officeDocument/2006/relationships/slide" Target="/ppt/slides/slide3.xml" Id="Re537923b46ed45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5017231a9346d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102b875db9d430c" /><Relationship Type="http://schemas.openxmlformats.org/officeDocument/2006/relationships/slide" Target="/ppt/slides/slide1.xml" Id="Rafae4fe50cb64f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6397579bebc441a" /><Relationship Type="http://schemas.openxmlformats.org/officeDocument/2006/relationships/slide" Target="/ppt/slides/slide2.xml" Id="Rce20f623e38841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96661b96a284cc6" /><Relationship Type="http://schemas.openxmlformats.org/officeDocument/2006/relationships/slide" Target="/ppt/slides/slide3.xml" Id="Rabd8f8f5ecdc47a8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f7eadb4ae4b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33abeccf84a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936e7b0124b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2a1ca5c3447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caa2894f849a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94feeb48e4e4d9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3ec618faf45ae" /><Relationship Type="http://schemas.openxmlformats.org/officeDocument/2006/relationships/notesSlide" Target="/ppt/notesSlides/notesSlide1.xml" Id="R9e1f8337d6eb4b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dfc5147764e1a" /><Relationship Type="http://schemas.openxmlformats.org/officeDocument/2006/relationships/notesSlide" Target="/ppt/notesSlides/notesSlide2.xml" Id="Ra9bb0f3dba9e45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d702b0ab146cb" /><Relationship Type="http://schemas.openxmlformats.org/officeDocument/2006/relationships/notesSlide" Target="/ppt/notesSlides/notesSlide3.xml" Id="Re3397a77e4514b32" /><Relationship Type="http://schemas.openxmlformats.org/officeDocument/2006/relationships/chart" Target="/ppt/slides/charts/chart1.xml" Id="R87623428a377475c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Año</c:v>
              </c:pt>
              <c:pt idx="1">
                <c:v>Acción</c:v>
              </c:pt>
              <c:pt idx="2">
                <c:v>Piñón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revisado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Año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Acción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87623428a377475c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Análisis sintético: año, acción, piñón y 1.250,00 €. Revisar los importes antes de utilizar el informe.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2026-10-13T15:12:13.0000000Z</dcterms:created>
  <lastModifiedBy>OfficeCLI</lastModifiedBy>
  <dcterms:modified xsi:type="dcterms:W3CDTF">2026-10-13T15:12:13.8204887Z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2026-10-13T15:12:44Z</vt:lpwstr>
  </op:property>
</op:Properties>
</file>
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a6b24256bbe48c0" /><Relationship Type="http://schemas.openxmlformats.org/package/2006/relationships/metadata/core-properties" Target="/docProps/core.xml" Id="R5a424f976388454a" /><Relationship Type="http://schemas.openxmlformats.org/officeDocument/2006/relationships/extended-properties" Target="/docProps/app.xml" Id="R24dfb1c827204a60" /><Relationship Type="http://schemas.openxmlformats.org/officeDocument/2006/relationships/custom-properties" Target="/docProps/custom.xml" Id="R71800f90ec244c9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a91f98993304edb"/>
  </p:notesMasterIdLst>
  <p:sldIdLst>
    <p:sldId id="256" r:id="R35881c4262894a39"/>
    <p:sldId id="257" r:id="Rfdb7b3c859724f38"/>
    <p:sldId id="258" r:id="R9787c7d160da46e6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5881c4262894a39" /><Relationship Type="http://schemas.openxmlformats.org/officeDocument/2006/relationships/notesMaster" Target="/ppt/notesMasters/notesMaster1.xml" Id="R9a91f98993304edb" /><Relationship Type="http://schemas.openxmlformats.org/officeDocument/2006/relationships/slide" Target="/ppt/slides/slide2.xml" Id="Rfdb7b3c859724f38" /><Relationship Type="http://schemas.openxmlformats.org/officeDocument/2006/relationships/slide" Target="/ppt/slides/slide3.xml" Id="R9787c7d160da46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d696303de44d4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661a9cc76a4b41" /><Relationship Type="http://schemas.openxmlformats.org/officeDocument/2006/relationships/slide" Target="/ppt/slides/slide1.xml" Id="Refbaa2c6f6ff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768e4bf2c34faa" /><Relationship Type="http://schemas.openxmlformats.org/officeDocument/2006/relationships/slide" Target="/ppt/slides/slide2.xml" Id="Rd3e1c7d1ff40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f2d3ab46f2420a" /><Relationship Type="http://schemas.openxmlformats.org/officeDocument/2006/relationships/slide" Target="/ppt/slides/slide3.xml" Id="R90bc70692f494138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e98f5d0054b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aacaaada34c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af81a941e45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70257ee9a48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7f156feaa45e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03d34912d5b442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98e6d85854f26" /><Relationship Type="http://schemas.openxmlformats.org/officeDocument/2006/relationships/notesSlide" Target="/ppt/notesSlides/notesSlide1.xml" Id="Re3fd987fefe2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b5fd1f344121" /><Relationship Type="http://schemas.openxmlformats.org/officeDocument/2006/relationships/notesSlide" Target="/ppt/notesSlides/notesSlide2.xml" Id="R853e79bf67e04e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2edcd908e4d66" /><Relationship Type="http://schemas.openxmlformats.org/officeDocument/2006/relationships/notesSlide" Target="/ppt/notesSlides/notesSlide3.xml" Id="Ra3d9f6e282674480" /><Relationship Type="http://schemas.openxmlformats.org/officeDocument/2006/relationships/chart" Target="/ppt/slides/charts/chart1.xml" Id="Ref329c5d83354b6b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Año</c:v>
              </c:pt>
              <c:pt idx="1">
                <c:v>Acción</c:v>
              </c:pt>
              <c:pt idx="2">
                <c:v>Piñón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revisado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Año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Acción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f329c5d83354b6b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Análisis sintético: año, acción, piñón y 1.250,00 €. Revisar los importes antes de utilizar el informe.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2026-10-13T15:08:18.0000000Z</dcterms:created>
  <lastModifiedBy>OfficeCLI</lastModifiedBy>
  <dcterms:modified xsi:type="dcterms:W3CDTF">2026-10-13T15:08:19.4073290Z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2026-10-13T15:08:47Z</vt:lpwstr>
  </op:property>
</op:Properties>
</file>